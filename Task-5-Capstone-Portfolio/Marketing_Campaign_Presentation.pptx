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90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1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1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0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2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5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1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6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30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6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9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2618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80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3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74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1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8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Marketing Campaign Data Storytelling &amp; Statistical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Task 4 – Apex Planet Internship</a:t>
            </a:r>
          </a:p>
          <a:p>
            <a:r>
              <a:t>Presented by: Surya Prakash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Analyzed marketing campaign dataset.</a:t>
            </a:r>
          </a:p>
          <a:p>
            <a:pPr>
              <a:defRPr sz="2000"/>
            </a:pPr>
            <a:r>
              <a:t>• Explored customer demographics and spending behavior.</a:t>
            </a:r>
          </a:p>
          <a:p>
            <a:pPr>
              <a:defRPr sz="2000"/>
            </a:pPr>
            <a:r>
              <a:t>• Built visual dashboard to identify business insights.</a:t>
            </a:r>
          </a:p>
          <a:p>
            <a:pPr>
              <a:defRPr sz="2000"/>
            </a:pPr>
            <a:r>
              <a:t>• Applied statistical hypothesis testing to validate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Marketing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6FE84-4F39-B4EE-2FF2-21C32523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851"/>
            <a:ext cx="12192000" cy="6104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Total Customers: 2,240</a:t>
            </a:r>
          </a:p>
          <a:p>
            <a:pPr>
              <a:defRPr sz="2000"/>
            </a:pPr>
            <a:r>
              <a:t>• Average Income: ₹52,247</a:t>
            </a:r>
          </a:p>
          <a:p>
            <a:pPr>
              <a:defRPr sz="2000"/>
            </a:pPr>
            <a:r>
              <a:t>• Average Spending: ₹605.8</a:t>
            </a:r>
          </a:p>
          <a:p>
            <a:pPr>
              <a:defRPr sz="2000"/>
            </a:pPr>
            <a:r>
              <a:t>• Campaign Response Rate: 14.91%</a:t>
            </a:r>
          </a:p>
          <a:p>
            <a:pPr>
              <a:defRPr sz="2000"/>
            </a:pPr>
            <a:r>
              <a:t>• High-income customers spend significantly more.</a:t>
            </a:r>
          </a:p>
          <a:p>
            <a:pPr>
              <a:defRPr sz="2000"/>
            </a:pPr>
            <a:r>
              <a:t>• Graduation customers contribute the highest spending.</a:t>
            </a:r>
          </a:p>
          <a:p>
            <a:pPr>
              <a:defRPr sz="2000"/>
            </a:pPr>
            <a:r>
              <a:t>• Customer segmentation can improve campaign targeting.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Hypothesis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572000" cy="1828800"/>
          </a:xfrm>
          <a:prstGeom prst="roundRect">
            <a:avLst/>
          </a:prstGeom>
          <a:solidFill>
            <a:srgbClr val="FF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Null Hypothesis (H₀)</a:t>
            </a:r>
          </a:p>
          <a:p>
            <a:r>
              <a:t>Income has no significant effect on customer spending.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4572000" cy="1828800"/>
          </a:xfrm>
          <a:prstGeom prst="roundRect">
            <a:avLst/>
          </a:prstGeom>
          <a:solidFill>
            <a:srgbClr val="DCFF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Alternative Hypothesis (H₁)</a:t>
            </a:r>
          </a:p>
          <a:p>
            <a:r>
              <a:t>Income has a significant effect on customer spending.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3657600"/>
            <a:ext cx="5486400" cy="1097280"/>
          </a:xfrm>
          <a:prstGeom prst="roundRect">
            <a:avLst/>
          </a:prstGeom>
          <a:solidFill>
            <a:srgbClr val="DCE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Statistical Test Used</a:t>
            </a:r>
          </a:p>
          <a:p>
            <a:r>
              <a:t>Independent Two Sample T-Test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Statistical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 Statistic: 52.964</a:t>
            </a:r>
          </a:p>
          <a:p>
            <a:pPr>
              <a:defRPr sz="2000"/>
            </a:pPr>
            <a:r>
              <a:t>• P Value: 0.000</a:t>
            </a:r>
          </a:p>
          <a:p>
            <a:pPr>
              <a:defRPr sz="2000"/>
            </a:pPr>
            <a:r>
              <a:t>• Decision: Reject Null Hypothesis</a:t>
            </a:r>
          </a:p>
          <a:p>
            <a:pPr>
              <a:defRPr sz="2000"/>
            </a:pPr>
            <a:r>
              <a:t>• Conclusion: Income has a statistically significant effect on customer spending.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Focus campaigns on high-income customers.</a:t>
            </a:r>
          </a:p>
          <a:p>
            <a:pPr>
              <a:defRPr sz="2000"/>
            </a:pPr>
            <a:r>
              <a:t>• Improve targeting using customer segmentation.</a:t>
            </a:r>
          </a:p>
          <a:p>
            <a:pPr>
              <a:defRPr sz="2000"/>
            </a:pPr>
            <a:r>
              <a:t>• Offer personalized promotions based on education level.</a:t>
            </a:r>
          </a:p>
          <a:p>
            <a:pPr>
              <a:defRPr sz="2000"/>
            </a:pPr>
            <a:r>
              <a:t>• Monitor dashboard KPIs regularly.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Dashboard successfully analyzed customer behavior.</a:t>
            </a:r>
          </a:p>
          <a:p>
            <a:pPr>
              <a:defRPr sz="2000"/>
            </a:pPr>
            <a:r>
              <a:t>• Statistical testing validated business insights.</a:t>
            </a:r>
          </a:p>
          <a:p>
            <a:pPr>
              <a:defRPr sz="2000"/>
            </a:pPr>
            <a:r>
              <a:t>• Findings support data-driven marketing decisions.</a:t>
            </a:r>
          </a:p>
          <a:p>
            <a:pPr>
              <a:defRPr sz="2000"/>
            </a:pPr>
            <a:r>
              <a:t>• 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232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prakash</dc:creator>
  <cp:keywords/>
  <dc:description>generated using python-pptx</dc:description>
  <cp:lastModifiedBy>surya prakash</cp:lastModifiedBy>
  <cp:revision>2</cp:revision>
  <dcterms:created xsi:type="dcterms:W3CDTF">2013-01-27T09:14:16Z</dcterms:created>
  <dcterms:modified xsi:type="dcterms:W3CDTF">2026-06-30T06:46:42Z</dcterms:modified>
  <cp:category/>
</cp:coreProperties>
</file>